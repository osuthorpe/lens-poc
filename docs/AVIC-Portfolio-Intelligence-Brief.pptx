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df20f5ef074a1d" /><Relationship Type="http://schemas.openxmlformats.org/officeDocument/2006/relationships/extended-properties" Target="/docProps/app.xml" Id="Rb78e0dcba8044649" /><Relationship Type="http://schemas.openxmlformats.org/officeDocument/2006/relationships/officeDocument" Target="/ppt/presentation.xml" Id="Raca71d0c35bc451b" /></Relationships>
</file>

<file path=ppt/presentation.xml><?xml version="1.0" encoding="utf-8"?>
<p:presentation xmlns:p="http://schemas.openxmlformats.org/presentationml/2006/main">
  <p:sldMasterIdLst>
    <p:sldMasterId xmlns:r="http://schemas.openxmlformats.org/officeDocument/2006/relationships" id="2147483648" r:id="R2dc6f99b2e2a40dd"/>
  </p:sldMasterIdLst>
  <p:notesMasterIdLst>
    <p:notesMasterId xmlns:r="http://schemas.openxmlformats.org/officeDocument/2006/relationships" r:id="R52151129f8b6430c"/>
  </p:notesMasterIdLst>
  <p:sldIdLst>
    <p:sldId xmlns:r="http://schemas.openxmlformats.org/officeDocument/2006/relationships" id="256" r:id="R9003943a41ed4348"/>
    <p:sldId xmlns:r="http://schemas.openxmlformats.org/officeDocument/2006/relationships" id="257" r:id="R52a588e157e0430d"/>
    <p:sldId xmlns:r="http://schemas.openxmlformats.org/officeDocument/2006/relationships" id="258" r:id="R2438b7664de24802"/>
    <p:sldId xmlns:r="http://schemas.openxmlformats.org/officeDocument/2006/relationships" id="259" r:id="R7d1cf84c64734b60"/>
    <p:sldId xmlns:r="http://schemas.openxmlformats.org/officeDocument/2006/relationships" id="260" r:id="Re94225012ab84231"/>
    <p:sldId xmlns:r="http://schemas.openxmlformats.org/officeDocument/2006/relationships" id="261" r:id="Rdd9ac5107b8b46bb"/>
    <p:sldId xmlns:r="http://schemas.openxmlformats.org/officeDocument/2006/relationships" id="262" r:id="R8bde937300fc44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49c7402fd8439b" /><Relationship Type="http://schemas.openxmlformats.org/officeDocument/2006/relationships/slideMaster" Target="/ppt/slideMasters/slideMaster1.xml" Id="R2dc6f99b2e2a40dd" /><Relationship Type="http://schemas.openxmlformats.org/officeDocument/2006/relationships/notesMaster" Target="/ppt/notesMasters/notesMaster1.xml" Id="R52151129f8b6430c" /><Relationship Type="http://schemas.openxmlformats.org/officeDocument/2006/relationships/presProps" Target="/ppt/presProps.xml" Id="Re0b2476d4fbf46c7" /><Relationship Type="http://schemas.openxmlformats.org/officeDocument/2006/relationships/tableStyles" Target="/ppt/tableStyles.xml" Id="R5b5f8b5ae6e0437d" /><Relationship Type="http://schemas.openxmlformats.org/officeDocument/2006/relationships/slide" Target="/ppt/slides/slide1.xml" Id="R9003943a41ed4348" /><Relationship Type="http://schemas.openxmlformats.org/officeDocument/2006/relationships/slide" Target="/ppt/slides/slide2.xml" Id="R52a588e157e0430d" /><Relationship Type="http://schemas.openxmlformats.org/officeDocument/2006/relationships/slide" Target="/ppt/slides/slide3.xml" Id="R2438b7664de24802" /><Relationship Type="http://schemas.openxmlformats.org/officeDocument/2006/relationships/slide" Target="/ppt/slides/slide4.xml" Id="R7d1cf84c64734b60" /><Relationship Type="http://schemas.openxmlformats.org/officeDocument/2006/relationships/slide" Target="/ppt/slides/slide5.xml" Id="Re94225012ab84231" /><Relationship Type="http://schemas.openxmlformats.org/officeDocument/2006/relationships/slide" Target="/ppt/slides/slide6.xml" Id="Rdd9ac5107b8b46bb" /><Relationship Type="http://schemas.openxmlformats.org/officeDocument/2006/relationships/slide" Target="/ppt/slides/slide7.xml" Id="R8bde937300fc44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aa8453c3984c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a0491755344445" /><Relationship Type="http://schemas.openxmlformats.org/officeDocument/2006/relationships/notesMaster" Target="/ppt/notesMasters/notesMaster1.xml" Id="Rb0273930437748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69bc1605144873" /><Relationship Type="http://schemas.openxmlformats.org/officeDocument/2006/relationships/notesMaster" Target="/ppt/notesMasters/notesMaster1.xml" Id="R3f3081f7e7ac45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da86e2539f4b8c" /><Relationship Type="http://schemas.openxmlformats.org/officeDocument/2006/relationships/notesMaster" Target="/ppt/notesMasters/notesMaster1.xml" Id="Reeaf775222194a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948630feb942e0" /><Relationship Type="http://schemas.openxmlformats.org/officeDocument/2006/relationships/notesMaster" Target="/ppt/notesMasters/notesMaster1.xml" Id="R3b305beb33dc45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1822ac47c4414b" /><Relationship Type="http://schemas.openxmlformats.org/officeDocument/2006/relationships/notesMaster" Target="/ppt/notesMasters/notesMaster1.xml" Id="Rcd0be7b85d5440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b5489934233491d" /><Relationship Type="http://schemas.openxmlformats.org/officeDocument/2006/relationships/notesMaster" Target="/ppt/notesMasters/notesMaster1.xml" Id="Raab30eed8110492c"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fa7d7c6e1d4f22" /><Relationship Type="http://schemas.openxmlformats.org/officeDocument/2006/relationships/notesMaster" Target="/ppt/notesMasters/notesMaster1.xml" Id="Rc08f786e75c141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Lens has three paths. First, import prepares evidence before use. It reads the fictional CRM, meeting, Slack, and news files. It validates each record, maps the company ID, creates chunks, requests embeddings, and stores the records and vectors in PostgreSQL with pgvector. Second, the open path is fast. When the principal opens Lens or selects a company, the app loads the latest saved brief. This path does not run retrieval or call a model. If the company has no saved brief, the app prepares the first one. Third, Refresh brief builds a new brief. Retrieval applies a hard company filter and ranks up to 30 records by full-text match, vector similarity, source quality, and date. The app sends only the selected evidence to gpt-5.6-sol through the OpenAI Responses API. The server checks source IDs, company isolation, direct quotes, values, source status, and investment safety. It saves the new brief and audit data. If generation fails a check or exceeds the time budget, local rules create a source-supported fallback. Import is separate from brief use. Lens does not watch a folder or Slack. To add a demo record, add it in a supported format, run import, and then select Refresh brief.</a:t>
            </a:r>
          </a:p>
          <a:p xmlns:a="http://schemas.openxmlformats.org/drawingml/2006/main">
            <a:r>
              <a:t/>
            </a:r>
          </a:p>
          <a:p xmlns:a="http://schemas.openxmlformats.org/drawingml/2006/main">
            <a:r>
              <a:t>[Sources]</a:t>
            </a:r>
          </a:p>
          <a:p xmlns:a="http://schemas.openxmlformats.org/drawingml/2006/main">
            <a:r>
              <a:t>- /Users/alexthorpe/Documents/GitHub/AVIC/README.md</a:t>
            </a:r>
          </a:p>
          <a:p xmlns:a="http://schemas.openxmlformats.org/drawingml/2006/main">
            <a:r>
              <a:t>- /Users/alexthorpe/Documents/GitHub/AVIC/docs/architecture.md</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a5b79bff6d45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03d45d8d454b6e" /><Relationship Type="http://schemas.openxmlformats.org/officeDocument/2006/relationships/slideLayout" Target="/ppt/slideLayouts/slideLayout1.xml" Id="Rc19335f50eb947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9335f50eb947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7cfe55ed1e44bd" /><Relationship Type="http://schemas.openxmlformats.org/officeDocument/2006/relationships/notesSlide" Target="/ppt/notesSlides/notesSlide1.xml" Id="R31b1fd71a2c14b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45fed0782c4ed1" /><Relationship Type="http://schemas.openxmlformats.org/officeDocument/2006/relationships/notesSlide" Target="/ppt/notesSlides/notesSlide2.xml" Id="Ree3f5058dbc145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8a1fe0b451b41b9" /><Relationship Type="http://schemas.openxmlformats.org/officeDocument/2006/relationships/image" Target="/ppt/media/image.jpeg" Id="R1164259a882c4baf" /><Relationship Type="http://schemas.openxmlformats.org/officeDocument/2006/relationships/notesSlide" Target="/ppt/notesSlides/notesSlide3.xml" Id="R04b06d93a01c4c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53eb73d5834d23" /><Relationship Type="http://schemas.openxmlformats.org/officeDocument/2006/relationships/image" Target="/ppt/media/image.png" Id="R1f79be84c1f24591" /><Relationship Type="http://schemas.openxmlformats.org/officeDocument/2006/relationships/notesSlide" Target="/ppt/notesSlides/notesSlide4.xml" Id="R5ef57c51a6814dc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e0a26cf985343b8" /><Relationship Type="http://schemas.openxmlformats.org/officeDocument/2006/relationships/notesSlide" Target="/ppt/notesSlides/notesSlide5.xml" Id="R77a6f811b90546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a539bbd5d63401a" /><Relationship Type="http://schemas.openxmlformats.org/officeDocument/2006/relationships/notesSlide" Target="/ppt/notesSlides/notesSlide6.xml" Id="R640dd3380bcd4b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de85c2da98d4191" /><Relationship Type="http://schemas.openxmlformats.org/officeDocument/2006/relationships/notesSlide" Target="/ppt/notesSlides/notesSlide7.xml" Id="R6d856e706ca44802"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1164259a882c4baf"/>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prepares evidence. Open loads the saved brief. Refresh retrieves evidence and builds a new brief.</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243"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244"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245"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246"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1258"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259"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1261" name=""/>
          <p:cNvPicPr>
            <a:picLocks xmlns:a="http://schemas.openxmlformats.org/drawingml/2006/main" noChangeAspect="1"/>
          </p:cNvPicPr>
          <p:nvPr/>
        </p:nvPicPr>
        <p:blipFill>
          <a:blip xmlns:r="http://schemas.openxmlformats.org/officeDocument/2006/relationships" xmlns:a="http://schemas.openxmlformats.org/drawingml/2006/main" r:embed="R1f79be84c1f24591"/>
          <a:stretch xmlns:a="http://schemas.openxmlformats.org/drawingml/2006/main"/>
        </p:blipFill>
        <p:spPr>
          <a:xfrm xmlns:a="http://schemas.openxmlformats.org/drawingml/2006/main" flipH="0" flipV="0">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2026-09-01T02:08:07.9440000Z</dcterms:created>
  <dcterms:modified xsi:type="dcterms:W3CDTF">2026-09-01T02:08:07.9440000Z</dcterms:modified>
</coreProperties>
</file>